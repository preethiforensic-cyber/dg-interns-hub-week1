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91440" cy="2011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1005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Progress Report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5087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Setup, Linux and Networking Foundations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Preethi R  |  Intern ID: 008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206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Forensic Sciences University (NFSU)  |  DG Interns Hub  | 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 This Week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| Week 1 | Preethi 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73152" cy="1554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252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Built a safe home lab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6459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with Kali, Ubuntu, Windows 10/11, Metasploitable and Wazuh VMs.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43000"/>
            <a:ext cx="73152" cy="1554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1252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Practised Linux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6459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groups, shared folder, permissions, find, grep, ps, ss and cron.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80360"/>
            <a:ext cx="73152" cy="1554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Learned networking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3832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IP, MAC, DNS, DHCP, ports, OSI and TCP/IP, and checked VM connectivity with ping.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880360"/>
            <a:ext cx="73152" cy="1554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Security basics and wargames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3832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triad, SOC vs VAPT roles, legal basics, 7 TryHackMe rooms and Bandit levels 0 to 10.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Lab: Virtual Machines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| Week 1 | Preethi 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120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Machine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 Linux (running)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Attacker / testing workstation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practice and admin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10 and 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evaluation targets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Metasploitable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Intentionally vulnerable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Wazuh v4.14.7 OVA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monitoring (SIEM)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7490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rule: vulnerable VMs like Metasploitable stay on Host-only or NAT Network, never Bridged.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89320" y="105156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pic>
        <p:nvPicPr>
          <p:cNvPr id="10" name="Image 0" descr="/home/claude/img/IMG-20261020-WA001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097280"/>
            <a:ext cx="2651760" cy="32004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989320" y="4370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VM list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Map and Connectivity Tests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| Week 1 | Preethi 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005840"/>
            <a:ext cx="7406640" cy="2898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pic>
        <p:nvPicPr>
          <p:cNvPr id="8" name="Image 0" descr="/home/claude/img/IMG-20261020-WA000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051560"/>
            <a:ext cx="7315200" cy="28072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39319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(left) and Kali (right): ip a and successful ping both ways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Ubuntu: 192.168.56.104   |   Kali: 192.168.56.106   (Host-only network)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to Kali: 5 sent, 5 received, 0% packet loss. Kali to Ubuntu: replies received with no loss.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Practice: Users, Groups and Shared Folder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| Week 1 | Preethi 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572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2 groups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sudo groupadd devteam / secteam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3 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sudo useradd -m -g devteam user1 (user2, user3)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 /etc/passwd | grep user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folder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sudo mkdir /share_folder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group 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sudo chown :devteam /share_folder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permissions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sudo chmod 770 /share_folder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840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drwxrwx--- root devteam. Owner and devteam have full access, others have none.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257800" y="1051560"/>
            <a:ext cx="3474720" cy="2532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pic>
        <p:nvPicPr>
          <p:cNvPr id="10" name="Image 0" descr="/home/claude/img/IMG-20261020-WA000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097280"/>
            <a:ext cx="3383280" cy="24414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5780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Terminal: users, groups, folder, permissions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Searching, Monitoring and Scheduling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| Week 1 | Preethi 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2697480" cy="1947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pic>
        <p:nvPicPr>
          <p:cNvPr id="8" name="Image 0" descr="/home/claude/img/IMG-20261020-WA001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2606040" cy="18562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11480" y="316382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/etc -name "*.conf"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188720"/>
            <a:ext cx="2697480" cy="1289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pic>
        <p:nvPicPr>
          <p:cNvPr id="11" name="Image 1" descr="/home/claude/img/IMG-20261020-WA001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1234440"/>
            <a:ext cx="2606040" cy="11978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246120" y="250545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aux and ss -tulpn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80760" y="1188720"/>
            <a:ext cx="2697480" cy="2039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pic>
        <p:nvPicPr>
          <p:cNvPr id="14" name="Image 2" descr="/home/claude/img/IMG-20261020-WA001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0" y="1234440"/>
            <a:ext cx="2606040" cy="19476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080760" y="325526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crontab -e and crontab -l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grep search files and filter output.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aux shows processes. ss -tulpn shows listening ports: DNS (53), CUPS (631), Avahi (5353).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 runs every minute: echo "cron test running" &gt;&gt; /tmp/cron_test.log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TryHackMe: 7 Rooms Completed (1 of 2)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| Week 1 | Preethi 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73152" cy="1600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252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Search Skills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6459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search smartly: use search operators, judge whether a source is trustworthy, and find official documentation fast.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43000"/>
            <a:ext cx="73152" cy="1600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1252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Learning Cyber Security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6459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offensive security (how attackers think) and defensive security (how defenders detect and respond).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73152" cy="1600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035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Linux Fundamentals Part 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429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terminal use: ls, cd, cat, pwd, find, grep, echo, touch and mkdir, plus how the Linux file system is organised.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926080"/>
            <a:ext cx="73152" cy="1600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3035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is Networking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429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devices connect to each other and to the internet, and what IP addresses, MAC addresses and ping are used for.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TryHackMe: 7 Rooms Completed (2 of 2)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| Week 1 | Preethi 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73152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252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Introductory Networking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64592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OSI and TCP/IP models, how data is packed in layers, and simple tools such as ping and traceroute.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43000"/>
            <a:ext cx="73152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1252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Networking Concepts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164592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devices find and talk to each other, including ARP, ICMP and DHCP.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143000"/>
            <a:ext cx="73152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1252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Pyramid of Pain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64592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types of indicators: hash values, IP addresses, domain names, artifacts, tools and TTPs. The higher the level, the harder it is for attackers to change.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46120"/>
            <a:ext cx="73152" cy="1280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3558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gained from these rooms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749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base in Linux commands and networking, the habit of using trusted sources, and the blue-team idea of detecting attackers by their behaviour, not only by simple indicators.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OverTheWire Bandit: How the Game Works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| Week 1 | Preethi 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is a free wargame for beginners. It is played in the terminal over SSH, so no account is needed.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bandit.labs.overthewire.org, port 2220. Level 0 login: user bandit0 with password bandit0.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hides a password. That password is the login for the next user (bandit1, bandit2, and so on).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played from the Kali VM terminal and wrote one writeup per level.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followed: passwords are never published in my writeups.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0" y="1143000"/>
            <a:ext cx="30175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128016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routine for every level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the level goal on the website.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Log in with the current password.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Pick the right command and run it.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Copy the new password safely.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Exit and log in to the next level.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Write the writeup without the password.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Level 0 → 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| Week 1 | Preethi 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the server over SSH on port 2220 and read the readme file.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754880" cy="95097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828800"/>
            <a:ext cx="4526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bandit0@bandit.labs.overthewire.org -p 2220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readme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871216"/>
            <a:ext cx="475488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on custom port 2220 and accepted the host key.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in with the default password for Level 0.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files with ls -la, then read readme with cat.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the Level 1 password privately (not published).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40680" y="1097280"/>
            <a:ext cx="324612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5577840" y="12801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screenshot here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login, ls -la and cat readme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(hide the password)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Level 1 → 2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| Week 1 | Preethi 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password from a file named "-".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754880" cy="7589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828800"/>
            <a:ext cx="4526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bandit1@bandit.labs.overthewire.org -p 2220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./-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79192"/>
            <a:ext cx="47548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in with the Level 1 password.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cat - fails because "-" means standard input or an option.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the explicit path cat ./- to read the file.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40680" y="1097280"/>
            <a:ext cx="324612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5577840" y="12801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screenshot here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./- output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(hide the password)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Level 2 → 3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| Week 1 | Preethi 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password from a file named "spaces in this filename".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754880" cy="7589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828800"/>
            <a:ext cx="4526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bandit2@bandit.labs.overthewire.org -p 2220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"spaces in this filename"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79192"/>
            <a:ext cx="47548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separate arguments unless the name is quoted or escaped.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Quoted the full name (or escaped each space with a backslash).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file and saved the Level 3 password privately.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40680" y="1097280"/>
            <a:ext cx="324612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5577840" y="12801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screenshot here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and cat with quotes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(hide the password)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Level 3 → 4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| Week 1 | Preethi 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password in a hidden file inside the inhere directory.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75488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82880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bandit3@bandit.labs.overthewire.org -p 2220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inhere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.hidden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06324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into inhere with cd.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ls showed nothing, because hidden files start with a dot.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-la revealed the file .hidden.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with cat .hidden.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40680" y="1097280"/>
            <a:ext cx="324612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5577840" y="12801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screenshot here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vs ls -la and cat .hidden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(hide the password)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Level 4 → 5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| Week 1 | Preethi 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only human-readable file among several data files.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75488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82880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bandit4@bandit.labs.overthewire.org -p 2220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inhere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./*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./-file07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06324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files -file00 to -file09 in inhere.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file ./* to check the type of every file at once.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-file07 was ASCII text, the others were data.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with cat ./-file07.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40680" y="1097280"/>
            <a:ext cx="324612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5577840" y="12801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screenshot here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./* output and cat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(hide the password)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Level 5 → 6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| Week 1 | Preethi 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file that is readable, 1033 bytes and not executable.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754880" cy="95097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828800"/>
            <a:ext cx="4526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bandit5@bandit.labs.overthewire.org -p 2220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inhere -type f -size 1033c ! -executable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inhere/maybehere07/.file2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871216"/>
            <a:ext cx="475488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-type f: regular files only.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-size 1033c: exactly 1033 bytes.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-executable: skip executable files.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match: inhere/maybehere07/.file2. Read it with cat.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40680" y="1097280"/>
            <a:ext cx="324612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5577840" y="12801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screenshot here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command and cat output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(hide the password)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Level 6 → 7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| Week 1 | Preethi 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file owned by user bandit7, group bandit6, 33 bytes in size, anywhere on the system.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75488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82880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bandit6@bandit.labs.overthewire.org -p 2220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 -user bandit7 -group bandit6 -size 33c 2&gt;/dev/null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/var/lib/dpkg/info/bandit7.password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06324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the whole system starting from /.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2&gt;/dev/null hides "Permission denied" errors.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/var/lib/dpkg/info/bandit7.password and read it with cat.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40680" y="1097280"/>
            <a:ext cx="324612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5577840" y="12801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screenshot here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/ command and cat output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(hide the password)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Level 7 → 8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| Week 1 | Preethi 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password next to the word "millionth" in data.txt.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754880" cy="7589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828800"/>
            <a:ext cx="4526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bandit7@bandit.labs.overthewire.org -p 2220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"millionth" data.txt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79192"/>
            <a:ext cx="47548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data.txt holds thousands of lines.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searched it for the keyword "millionth".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matching line showed the next password.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40680" y="1097280"/>
            <a:ext cx="324612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5577840" y="12801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screenshot here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millionth output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(hide the password)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Level 8 → 9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| Week 1 | Preethi 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only line in data.txt that appears exactly once.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754880" cy="7589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828800"/>
            <a:ext cx="4526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bandit8@bandit.labs.overthewire.org -p 2220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data.txt | uniq -u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79192"/>
            <a:ext cx="47548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 only compares neighbouring lines, so the data must be sorted first.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groups the same lines together.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 -u prints only the lines that do not repeat.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40680" y="1097280"/>
            <a:ext cx="324612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5577840" y="12801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screenshot here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| uniq -u output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(hide the password)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Level 9 → 10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| Week 1 | Preethi 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password in a binary file. It is a readable string after several "=" characters.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754880" cy="7589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828800"/>
            <a:ext cx="4526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bandit9@bandit.labs.overthewire.org -p 2220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strings data.txt | grep "="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79192"/>
            <a:ext cx="47548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data.txt is mostly unreadable binary data.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prints only the human-readable text.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"=" keeps the lines with equals signs, which shows the password line.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40680" y="1097280"/>
            <a:ext cx="324612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5577840" y="12801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screenshot here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| grep output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(hide the password)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Takeaways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| Week 1 | Preethi 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securely over SSH on a custom port (2220).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through directories and handled hidden and special file names.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files by size, owner, group and type with find.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and processed text with grep, sort, uniq and strings.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2&gt;/dev/null to keep the output clean while searching.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passwords are redacted, as the rules require.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Concepts: CIA Triad and Security Roles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| Week 1 | Preethi 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CIA part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Confidentiality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allowed people see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with OTP / MFA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is not changed secretly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SHA-256 hash to check a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Systems work when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servers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754880"/>
                <a:gridCol w="1188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Analyst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alerts and logs, detect attacks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VAPT / Pen Tester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weaknesses by safe attacking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Responder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Contain, investigate and recover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VM Networking and Ethics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| Week 1 | Preethi 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73152" cy="1600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252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Threat, vulnerability, risk, exploit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6459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 who or what can cause harm. Vulnerability: a weakness. Risk: the chance and impact of harm. Exploit: the method that uses the weakness.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43000"/>
            <a:ext cx="73152" cy="1600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1252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network modes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6459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NAT: internet access. NAT Network: VMs talk to each other. Host-only: private lab. Bridged: on the real LAN, never for vulnerable labs.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73152" cy="1508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03580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and ethical basics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429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get written authorization, stay inside the agreed scope, and follow the Rules of Engagement. In India, the Information Technology Act, 2000 covers unauthorized access and other cyber crimes.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0972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built and tested: all VMs can reach each other with ping.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skills practised: users, groups, permissions, searching, process and port checks, and cron.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7 TryHackMe rooms and OverTheWire Bandit levels 0 to 10.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writeups, findings, cheat sheet, PDF report and README are ready for submission.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1 - Lab Setup, Linux and Networking Foundations</dc:title>
  <dc:subject>PptxGenJS Presentation</dc:subject>
  <dc:creator>Preethi R</dc:creator>
  <cp:lastModifiedBy>Preethi R</cp:lastModifiedBy>
  <cp:revision>1</cp:revision>
  <dcterms:created xsi:type="dcterms:W3CDTF">2026-10-20T10:42:19Z</dcterms:created>
  <dcterms:modified xsi:type="dcterms:W3CDTF">2026-10-20T10:42:19Z</dcterms:modified>
</cp:coreProperties>
</file>